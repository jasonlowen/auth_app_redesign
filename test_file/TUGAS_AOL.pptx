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1E6AC-5DFF-7805-F18A-45DF6EC1B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D08A63-2880-501A-600C-AB742CA00B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2422C-AF52-8987-94B3-76D9E12E9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616B4-FEC7-4B7C-9EE4-5FE389903F36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A68C3-43D7-E44C-CE42-0887866D6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30C30-7E37-4F24-68C1-35666ABA7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1C5DC-6FE6-43CE-B37D-BCE71669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03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EC4E7-5753-1149-2710-386A2AC5B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9BF7B-0D9B-6503-BF47-A2511371A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40542-35C3-0B08-FE6E-94B1EA285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616B4-FEC7-4B7C-9EE4-5FE389903F36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C1B1F-4BAF-A297-3FEE-FD7989103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5297C-DD67-5982-566C-280071762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1C5DC-6FE6-43CE-B37D-BCE71669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446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BE348-6284-6CB5-282C-41CE66DB1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9F0C88-F6D6-957C-99C1-2053D70B4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35444-B658-7804-17BB-B611DA9B2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616B4-FEC7-4B7C-9EE4-5FE389903F36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8A3D4-BAEF-FCBA-CCB2-2D47B4BF0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D9D07-3157-061F-0D99-A7B440CD5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1C5DC-6FE6-43CE-B37D-BCE71669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432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802B8-C5EE-3A1E-43FA-9C9750083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985F4-69DD-F1AC-54F6-7F74EF8C08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9461BB-4E1D-F184-3963-DB0711A6E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04A83-7468-3E32-F570-4E94DA373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616B4-FEC7-4B7C-9EE4-5FE389903F36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AAF7F-41C0-87C5-4E8D-43490E5C1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30E25-4F98-7679-6731-33F99B55D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1C5DC-6FE6-43CE-B37D-BCE71669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972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68EF5-DAC9-8150-8DAE-B766A37E7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7F223-F302-466F-E32B-D5270C529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4F4BE1-2A65-2857-98CE-096E3F3BFD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34C66D-1FD0-9DD5-0AC1-DA3BED3482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412DD1-EC8E-8EAF-FAF4-7E37861B2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21C8-FE3B-9F82-A3E7-FDC418343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616B4-FEC7-4B7C-9EE4-5FE389903F36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A70776-43B1-20A0-3167-76F16D5B2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D0D109-D406-BDCF-8DCC-F6006C0A1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1C5DC-6FE6-43CE-B37D-BCE71669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346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DD8BE-28CF-A74A-E050-AC618929F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17ECA0-420D-1EAB-CA37-287214461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616B4-FEC7-4B7C-9EE4-5FE389903F36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F98C4-027B-E423-54BF-62A06B7EC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D2CE2F-1001-B1FD-8213-9F4CA3ADC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1C5DC-6FE6-43CE-B37D-BCE71669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04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D4B460-622F-2035-68BA-EF5BAC6C0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616B4-FEC7-4B7C-9EE4-5FE389903F36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8568D0-54EE-D481-EB66-137414A8B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36F3B-2CA9-3DAF-1E3D-B2D514CE3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1C5DC-6FE6-43CE-B37D-BCE71669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443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0C41E-C5CC-4CB5-89D2-CBAD92452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E4FAA-AB1B-E3D9-0E80-8A5ED4FA5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311190-7EE4-7C29-A0AD-24C1BB187C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01EC34-F4DA-B096-E7FE-DB31036A5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616B4-FEC7-4B7C-9EE4-5FE389903F36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C5D241-A10D-898C-7915-D89C07C08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9752C-D1BC-E6CE-ADB2-40C006AB3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1C5DC-6FE6-43CE-B37D-BCE71669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532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7B285-DD0D-6679-62BB-BF48610BF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417136-2D2B-2ABE-EF9E-8019AC63AF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607AD0-AECA-3992-EF6F-F17F71612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D19AFF-1F21-E825-5914-C0E0AE535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616B4-FEC7-4B7C-9EE4-5FE389903F36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D3284-3A40-2D19-7EF0-4A4F6E444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6CBC56-E9A0-7B6D-F0C5-6B73D721D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1C5DC-6FE6-43CE-B37D-BCE71669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397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779D4-5591-0202-A081-DB4D38D0E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F4A353-617E-5117-11DE-0617F691CC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6919E-CFA0-E4F5-B7F3-58F6332B1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616B4-FEC7-4B7C-9EE4-5FE389903F36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3611D-1C81-8C73-E28F-7BC278027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833D4-298C-D8E1-8799-1C8EBFA03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1C5DC-6FE6-43CE-B37D-BCE71669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43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DFC889-3AD7-41B1-943B-31FEA4634E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BDDAEA-419D-5C6E-923A-4B107FCF7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DC8B4-9791-98BF-E192-8A0CAF281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616B4-FEC7-4B7C-9EE4-5FE389903F36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E267E-4C68-1AE1-E7B0-1E65D574A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61D18-497E-2E79-36AE-C54C793FC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1C5DC-6FE6-43CE-B37D-BCE71669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764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D11F7D-28E2-A9C1-78F7-2B0BF1CE6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18AD5-7397-9292-B3D8-856BDDB69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8FA49-C77C-89A3-AFAC-3F5BC7B43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D616B4-FEC7-4B7C-9EE4-5FE389903F36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A75B0-367E-73B6-4D3B-486E1BB1D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25B78-967A-A202-A26B-2D53B668D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51C5DC-6FE6-43CE-B37D-BCE71669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900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E1A9F-064A-F038-5AC6-4E865D83A3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JL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8171F5-C66D-7574-65FB-D8A41D63E4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Tugas</a:t>
            </a:r>
            <a:r>
              <a:rPr lang="en-US" dirty="0"/>
              <a:t> AOL</a:t>
            </a:r>
          </a:p>
        </p:txBody>
      </p:sp>
    </p:spTree>
    <p:extLst>
      <p:ext uri="{BB962C8B-B14F-4D97-AF65-F5344CB8AC3E}">
        <p14:creationId xmlns:p14="http://schemas.microsoft.com/office/powerpoint/2010/main" val="2415665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JL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ADIOR GANDAWIDJAJA</dc:creator>
  <cp:lastModifiedBy>ADIOR GANDAWIDJAJA</cp:lastModifiedBy>
  <cp:revision>2</cp:revision>
  <dcterms:created xsi:type="dcterms:W3CDTF">2025-12-16T04:30:02Z</dcterms:created>
  <dcterms:modified xsi:type="dcterms:W3CDTF">2025-12-16T05:58:05Z</dcterms:modified>
</cp:coreProperties>
</file>